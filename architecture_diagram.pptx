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project fits together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bus simulator, parser, and dashboard - data 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0976" y="22860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DCEEE8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" y="2286000"/>
            <a:ext cx="1975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fake car sensor data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writes it as CAN frames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48456" y="22860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EFEDE6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758184" y="2286000"/>
            <a:ext cx="1975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can_bus.log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shared text file.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writes, Parser reads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45936" y="22860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DCEEE8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55664" y="2286000"/>
            <a:ext cx="1975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Decodes bytes using the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DBC spec, checks for errors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43416" y="228600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DCEEE8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53144" y="2286000"/>
            <a:ext cx="1975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live values in the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lets you run tests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45536" y="2880360"/>
            <a:ext cx="5029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43016" y="2880360"/>
            <a:ext cx="5029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40496" y="2880360"/>
            <a:ext cx="5029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45936" y="448056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BEAE7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4480560"/>
            <a:ext cx="19751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error_log.txt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or broken frames only,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separate from good data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43216" y="3474720"/>
            <a:ext cx="0" cy="100584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only talks to the one next to it through a shared file or the DBC spec - not directly to each other.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2026-09-14T07:35:43Z</dcterms:created>
  <dcterms:modified xsi:type="dcterms:W3CDTF">2026-09-14T07:35:43Z</dcterms:modified>
</cp:coreProperties>
</file>